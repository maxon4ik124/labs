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CEE5"/>
    <a:srgbClr val="DCCDE5"/>
    <a:srgbClr val="5E34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6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C3578D-3E38-1852-9E34-968F68956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4EDC49C-8560-063C-94F4-295441D671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382D99-3C12-F56B-AA57-C6706C291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8EAB-DF24-4D0D-AF84-F36BF4C74B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DF6155-8432-0D10-2AAA-67A8C3028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5090BA-4779-C625-9087-FE699086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5AFF-9763-433A-A6FE-40283BC73A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701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7BB7A6-6505-1357-6A97-57067FF63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E65F6D-5798-BD3F-FEFE-FC9331F32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A664BA-22D5-2218-37EF-20B6DAFB9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8EAB-DF24-4D0D-AF84-F36BF4C74B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C2A515-2F0B-4662-8BD5-F307FD830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CB3482-E52F-A84E-16DE-43DA6400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5AFF-9763-433A-A6FE-40283BC73A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037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AB6357-F568-9633-5476-4DFE6A77C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299D00D-D8FB-9F31-CCA2-6933857A2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C664D6-A551-FCC6-34F0-16BE6409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8EAB-DF24-4D0D-AF84-F36BF4C74B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19CA7C-6E5C-CDED-E972-430D0B974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28F5B4-CE8D-3E95-461A-05E92A9B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5AFF-9763-433A-A6FE-40283BC73A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551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68B73-1707-E261-D04F-366FCFE04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D5BD37-28BA-C8E2-70E8-F02B1597B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7C6701-114E-1DFF-64F2-4CADDDCCEC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785A476-8B41-BE34-8077-B762942AF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8EAB-DF24-4D0D-AF84-F36BF4C74B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06B9577-83A2-6140-E616-ED54A3AF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BF5F54-4168-C017-4AAA-47490857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5AFF-9763-433A-A6FE-40283BC73A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4674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05D61-B78E-A926-9A55-6572FD682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A0CE2A-1308-1E05-20A8-4AE04E6F1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950AC35-C72C-330E-3AF9-8D70C93CD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21FD2E9-C8EE-CCB3-3672-8973DCBE94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B2E3F06-45E0-7E7F-56B0-681BFDC525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E1E81E9-6A5B-BC25-0930-F3DFBDF20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8EAB-DF24-4D0D-AF84-F36BF4C74B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617136C-08C9-ABE9-90C6-51C074524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DE4E0A7-CA51-90B3-AE5B-ADD5736D1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5AFF-9763-433A-A6FE-40283BC73A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49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2A2CE3-7291-C731-E2DB-ABF70C8ED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49AB28C-5263-E259-F3C6-6ECA8488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8EAB-DF24-4D0D-AF84-F36BF4C74B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658D9F-363A-A694-5DA1-39BEFCCA2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A0539B8-24A6-F822-EF19-4838B3138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5AFF-9763-433A-A6FE-40283BC73A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6161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051167F-FB14-1546-6F90-A5C145533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8EAB-DF24-4D0D-AF84-F36BF4C74B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C811281-A84F-B8A5-43EE-EB8A28386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7D17C7-77D6-72E8-0B21-B3485863C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5AFF-9763-433A-A6FE-40283BC73A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826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AC6523-54AC-EFC0-B0AA-2CB628BC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AE6392-2459-0D3D-87F5-78C4A4F5A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1DC7361-8461-440C-C9D3-90F93419E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F6ED82D-81FA-82BA-ECAC-8D263F8AB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8EAB-DF24-4D0D-AF84-F36BF4C74B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05632A5-5FC2-1717-61BA-0E2575A8C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09BD993-CD10-2DBF-F26A-14797018D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5AFF-9763-433A-A6FE-40283BC73A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1833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7DBCCC-B8BE-E02E-CF2D-09376A34A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21CC873-880C-5B38-F8C7-05B5685E8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54CB7EE-4D87-BE50-99E3-C87D50F3A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12FEBAA-141D-2557-341B-678CD9807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8EAB-DF24-4D0D-AF84-F36BF4C74B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442471-B00D-52CC-DB0E-1E8B330D4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F7906C9-0F82-0A46-E06E-453801576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5AFF-9763-433A-A6FE-40283BC73A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030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D6B175-FB59-ADD5-5237-BD8BECA4A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373744E-EC23-48EF-5212-B9B553CF8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0E48773-858A-00ED-56FD-9A5FCE328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8EAB-DF24-4D0D-AF84-F36BF4C74B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104E42-5261-4ABF-0AE4-4E9F3FA22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2BC412-7BAB-FD92-8CC3-37F2903F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5AFF-9763-433A-A6FE-40283BC73A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598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4EFAAA-E799-641E-8888-54D696244B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C2F25AD-0275-216C-7CDA-EA8A8D1221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9832BD-2354-2324-18F1-C90CC9DB4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08EAB-DF24-4D0D-AF84-F36BF4C74B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6BD6D4-A1E2-F312-A1FE-9DBA828FD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80EEC3-1FC0-AE7C-C32D-D9D66671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65AFF-9763-433A-A6FE-40283BC73A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A1F014-AAA0-1201-F5F3-3AE10BE58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FE3BE7-FE2F-FFC5-D396-128F72175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A94E93-922B-AD4C-9342-B9F0EEAA4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808EAB-DF24-4D0D-AF84-F36BF4C74B33}" type="datetimeFigureOut">
              <a:rPr lang="ru-RU" smtClean="0"/>
              <a:t>08.05.2026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16A3D5-54AC-7C25-8AE6-72809D571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413629-D237-B925-2A0B-841EB0CF0D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D65AFF-9763-433A-A6FE-40283BC73A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4877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9998807-321D-AF19-954D-F9DF7B4BA9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88761" cy="685982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8677F-61EC-43EA-3D07-75F2E7A6F9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7921" y="1665841"/>
            <a:ext cx="9144000" cy="2387600"/>
          </a:xfrm>
        </p:spPr>
        <p:txBody>
          <a:bodyPr>
            <a:normAutofit/>
          </a:bodyPr>
          <a:lstStyle/>
          <a:p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Программное обеспечение </a:t>
            </a:r>
            <a:b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b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0BA3BB-068A-3670-5DCD-9AEF5A74B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0929" y="4012087"/>
            <a:ext cx="4764157" cy="830997"/>
          </a:xfrm>
        </p:spPr>
        <p:txBody>
          <a:bodyPr>
            <a:normAutofit/>
          </a:bodyPr>
          <a:lstStyle/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5151003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/40002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1CF882-E1C2-EA97-9DFD-204DD27AE91F}"/>
              </a:ext>
            </a:extLst>
          </p:cNvPr>
          <p:cNvSpPr txBox="1"/>
          <p:nvPr/>
        </p:nvSpPr>
        <p:spPr>
          <a:xfrm>
            <a:off x="2902336" y="291366"/>
            <a:ext cx="63808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Санкт-Петербургский Политехнический Университет Петра Великого</a:t>
            </a:r>
            <a:b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Институт компьютерных наук и кибербезопасности</a:t>
            </a:r>
            <a:endParaRPr lang="ru-RU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185C8D-B19E-2D2B-C2C0-DDA9E8480AB7}"/>
              </a:ext>
            </a:extLst>
          </p:cNvPr>
          <p:cNvSpPr txBox="1"/>
          <p:nvPr/>
        </p:nvSpPr>
        <p:spPr>
          <a:xfrm>
            <a:off x="9521687" y="4232217"/>
            <a:ext cx="31407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А.И.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Библив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627756-BDC4-367B-95AE-CCA24EB0B2ED}"/>
              </a:ext>
            </a:extLst>
          </p:cNvPr>
          <p:cNvSpPr txBox="1"/>
          <p:nvPr/>
        </p:nvSpPr>
        <p:spPr>
          <a:xfrm>
            <a:off x="1480929" y="5497510"/>
            <a:ext cx="4518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Преподаватель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Ассистент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D35B53-220F-35FE-B85B-C7780DFADEEE}"/>
              </a:ext>
            </a:extLst>
          </p:cNvPr>
          <p:cNvSpPr txBox="1"/>
          <p:nvPr/>
        </p:nvSpPr>
        <p:spPr>
          <a:xfrm>
            <a:off x="9521687" y="5651398"/>
            <a:ext cx="2292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П.Э. Югай</a:t>
            </a:r>
          </a:p>
        </p:txBody>
      </p:sp>
    </p:spTree>
    <p:extLst>
      <p:ext uri="{BB962C8B-B14F-4D97-AF65-F5344CB8AC3E}">
        <p14:creationId xmlns:p14="http://schemas.microsoft.com/office/powerpoint/2010/main" val="4065969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FEEE603-A7AB-3389-B67E-42B2BF2E5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88761" cy="68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84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EF7EA42-B75E-C921-7F33-B4BCCC242C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" y="45720"/>
            <a:ext cx="10713720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416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6B12A93-B0E1-5957-00F1-BE8EFA204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88761" cy="68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16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FADE5D-C153-8ADB-ABC0-79C4DE167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88761" cy="6859823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73FFD26-5A99-7665-779F-D546C1EFE1B1}"/>
              </a:ext>
            </a:extLst>
          </p:cNvPr>
          <p:cNvSpPr/>
          <p:nvPr/>
        </p:nvSpPr>
        <p:spPr>
          <a:xfrm>
            <a:off x="110003" y="6593305"/>
            <a:ext cx="185630" cy="165005"/>
          </a:xfrm>
          <a:prstGeom prst="rect">
            <a:avLst/>
          </a:prstGeom>
          <a:solidFill>
            <a:srgbClr val="5E34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5253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3DE311A-9165-F232-4374-089E1BA74D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515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66B91C-41ED-ED23-76E4-A7CD57796E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78234" cy="685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4734F3C-9115-9268-6AC6-03BAF61059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81" t="5000" r="33709" b="10889"/>
          <a:stretch>
            <a:fillRect/>
          </a:stretch>
        </p:blipFill>
        <p:spPr>
          <a:xfrm>
            <a:off x="5189220" y="0"/>
            <a:ext cx="4750773" cy="4343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DAB013D-E18B-1E5E-B942-9C96A2C546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354" y="1375410"/>
            <a:ext cx="4829206" cy="41071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426592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95F9D03-135A-21E2-40A5-69797A5773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2A7C18-5C7E-87DA-6F77-0A8DAF8CE4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864"/>
          <a:stretch>
            <a:fillRect/>
          </a:stretch>
        </p:blipFill>
        <p:spPr>
          <a:xfrm>
            <a:off x="5351869" y="1367395"/>
            <a:ext cx="6836892" cy="412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04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9A0FE3-03AD-7896-9EFD-AEBBA323B1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88761" cy="68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25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9F8F32-A086-87DE-36F7-F332703D3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88761" cy="685982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B3D0F6E-9BA4-EFB7-CFC1-FE0956470F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3" r="39562"/>
          <a:stretch>
            <a:fillRect/>
          </a:stretch>
        </p:blipFill>
        <p:spPr>
          <a:xfrm>
            <a:off x="7441410" y="1546860"/>
            <a:ext cx="4747351" cy="44463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02D9626-7C76-ED46-C8AE-2629627E48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0188"/>
          <a:stretch>
            <a:fillRect/>
          </a:stretch>
        </p:blipFill>
        <p:spPr>
          <a:xfrm>
            <a:off x="7441410" y="151090"/>
            <a:ext cx="3859344" cy="124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710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DACDCA-9128-A5EF-0BA0-420D89EE6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88761" cy="6859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3114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8287829-60C4-0FD1-92A4-C7B6F59F6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911"/>
            <a:ext cx="12190380" cy="6860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607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43</Words>
  <Application>Microsoft Office PowerPoint</Application>
  <PresentationFormat>Широкоэкранный</PresentationFormat>
  <Paragraphs>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Тема Office</vt:lpstr>
      <vt:lpstr>Программное обеспечение  Docker 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AlexandeRR ♡</dc:creator>
  <cp:lastModifiedBy>AlexandeRR ♡</cp:lastModifiedBy>
  <cp:revision>6</cp:revision>
  <dcterms:created xsi:type="dcterms:W3CDTF">2026-05-07T21:32:22Z</dcterms:created>
  <dcterms:modified xsi:type="dcterms:W3CDTF">2026-05-08T00:09:41Z</dcterms:modified>
</cp:coreProperties>
</file>